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PS-involved collaboration review. Customization is the lead lens, but evidence spans feature, AP-IMS, metrics, issues, eSIM/SIM, release and post-MP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External is joint interface content; Internal contains Alcedo-only operating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required by preparation deck; this is the operating model, not a meeting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 are not unconditional success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Partner-account firewall was intentional; only internal operating side effect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Multi-topic workshop outcomes remain topic-specific.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hot-fix remains an MWI substream.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matrix; directly reflects the missing default state, carrier enablement, joint development and validation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gates are related but distinct.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Alcedo-internal view; do not frame firewall as a Zion criticism.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Joint, neutral, macro-level content; no private source mechanics.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measures are proposed adoption measures, not P26 achieved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action/decision close; actual Zion feedback is captured in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TC50 P26 PS Post-Mortem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406640" y="647395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Alcedo | Clare / Justin | 10/E Zion workshop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59436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TC50 P26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PS POST-MORTEM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7E7F2"/>
                </a:solidFill>
              </a:rPr>
              <a:t>Review B → P27/P28 collaboration improvement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999232"/>
            <a:ext cx="6400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B67D"/>
                </a:solidFill>
              </a:rPr>
              <a:t>Feature-to-lifecycle control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5349240"/>
            <a:ext cx="6400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BD9"/>
                </a:solidFill>
              </a:rPr>
              <a:t>Prepared for Clare / Justin | 10/E Zion workshop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Scope and review boundary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Customization is the lead lens; evidence covers the wider PS-involved lifecycle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EAF2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52728"/>
            <a:ext cx="3273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P26 PS-INVOLVED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0664" y="1545336"/>
            <a:ext cx="3273552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PS customization / FLD1 / FLD2 / Exception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AP-IMS / MIPC / registration / voice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Relay Metrics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ECC / OOS / Call Performance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eSIM / SIM / debugging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MWI / release / QPR / handoff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14300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704" y="1252728"/>
            <a:ext cx="31363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EXTERNAL — JOINT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9704" y="1545336"/>
            <a:ext cx="3136392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Alcedo + Zion interface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Shared evidence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Joint improvement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Customer-time counterpart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Test / validation boundary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Zion feedback / commitment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143000"/>
            <a:ext cx="3611880" cy="4434840"/>
          </a:xfrm>
          <a:prstGeom prst="roundRect">
            <a:avLst>
              <a:gd name="adj" fmla="val 1519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252728"/>
            <a:ext cx="33192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INTERNAL — ALCEDO 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01584" y="1545336"/>
            <a:ext cx="3319272" cy="3959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R&amp;R / routing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MUS / HQ / RD coverage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Access side effects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SV / FO decision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Handoff / escalation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Release / QPR / long-tail planning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571500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Hsuanchang: effective PS Lv1 DRI from 2025; Aoss: historical PS Lv1 context.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Established P26 co-working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Four mechanisms operated across one feature-to-closure lifecycle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EAF2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44168"/>
            <a:ext cx="2130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1636776"/>
            <a:ext cx="213055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PS/SIM sync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Scope / DRI / validation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56432" y="123444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344168"/>
            <a:ext cx="2130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Issue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02736" y="1636776"/>
            <a:ext cx="213055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Coordinator / DRI / RD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MWI / CR / updates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64224" y="123444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344168"/>
            <a:ext cx="2130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Technical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0528" y="1636776"/>
            <a:ext cx="213055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Workshops / deep dives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Logs / RCA / DOE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72016" y="1234440"/>
            <a:ext cx="2423160" cy="1508760"/>
          </a:xfrm>
          <a:prstGeom prst="roundRect">
            <a:avLst>
              <a:gd name="adj" fmla="val 3636"/>
            </a:avLst>
          </a:prstGeom>
          <a:solidFill>
            <a:srgbClr val="F1ECF7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344168"/>
            <a:ext cx="2130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Project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0" y="1636776"/>
            <a:ext cx="2130552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Area/Domain DRI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TW/US relay / release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DCEAF4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Requirement / issue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4832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496312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DCEAF4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Scope + owner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41064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352544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DCEAF4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8264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Analysis / decision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97296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08776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E5F3EC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Fix / implementation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53528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65008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E5F3EC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09760" y="3950208"/>
            <a:ext cx="320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6B27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921240" y="3794760"/>
            <a:ext cx="1417320" cy="621792"/>
          </a:xfrm>
          <a:prstGeom prst="roundRect">
            <a:avLst>
              <a:gd name="adj" fmla="val 5882"/>
            </a:avLst>
          </a:prstGeom>
          <a:solidFill>
            <a:srgbClr val="E5F3EC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3986784"/>
            <a:ext cx="1325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Release / QPR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5074920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5166360"/>
            <a:ext cx="1016812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Observation: forums existed; the handoff from discussion to owner, evidence, validation and closure was not consistently explicit.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Good points to retain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P26 built useful mechanisms; keep them and close their limits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01168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457200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170432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P26 established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86600" y="1097280"/>
            <a:ext cx="507492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170432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 / scale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755648"/>
            <a:ext cx="20116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Feature alignment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755648"/>
            <a:ext cx="45720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Scope, interface, DRI, validation and delivery discussion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86600" y="1755648"/>
            <a:ext cx="5074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828800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2024/9/24 + 2024–25 follow-up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414016"/>
            <a:ext cx="201168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AP-IMS enablement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2414016"/>
            <a:ext cx="45720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487168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MIPC/API clarification; fixed / ongoing / reopen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6600" y="2414016"/>
            <a:ext cx="50749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487168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2023/12–2024/11 evolution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072384"/>
            <a:ext cx="20116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45536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Living reference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3072384"/>
            <a:ext cx="45720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145536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Relay Metrics definition, support type, status, delivery phase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86600" y="3072384"/>
            <a:ext cx="5074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145536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1,200+ definitions; still evolving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730752"/>
            <a:ext cx="201168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03904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Execution gates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3730752"/>
            <a:ext cx="45720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803904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MWI cadence, priority, patch/retest/release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86600" y="3730752"/>
            <a:ext cx="50749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803904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218 total / 111 open snapshot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4389120"/>
            <a:ext cx="20116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62272"/>
            <a:ext cx="1920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Validation boundary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14600" y="4389120"/>
            <a:ext cx="45720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4462272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Joint, Alcedo and Zion validation distinguished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86600" y="4389120"/>
            <a:ext cx="50749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4462272"/>
            <a:ext cx="4983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Feature validation / FLD records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553212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Conditional strength: cadence and references existed; depth, asset readiness and closure varied by topic.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P26 collaboration gaps identified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Neutral system-level observations, not team blame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468880" cy="84124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71800" y="1188720"/>
            <a:ext cx="4617720" cy="84124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261872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Observed pattern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0" y="1188720"/>
            <a:ext cx="3840480" cy="84124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261872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24688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R&amp;R / routing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71800" y="2029968"/>
            <a:ext cx="46177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103120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Access, coordination, technical ownership and decision authority can converge on one path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2029968"/>
            <a:ext cx="3840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Partner-account side effect; Exception governance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246888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44368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Technical coverage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2871216"/>
            <a:ext cx="461772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944368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Time-zone relay exists; matching technical peer/RD depth is not always available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89520" y="2871216"/>
            <a:ext cx="384048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944368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US/TW relay; postponed rotation; MWI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712464"/>
            <a:ext cx="24688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85616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Lifecycle ownership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71800" y="3712464"/>
            <a:ext cx="461772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785616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Implementation, validation, release, QPR and retirement span owners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89520" y="3712464"/>
            <a:ext cx="3840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3785616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SIM Lock; workaround → P27; QPR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553712"/>
            <a:ext cx="246888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26864"/>
            <a:ext cx="2377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Cross-module convergence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71800" y="4553712"/>
            <a:ext cx="461772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4626864"/>
            <a:ext cx="4526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Scenario crosses AP, Modem, SIM, hardware and network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89520" y="4553712"/>
            <a:ext cx="3840480" cy="84124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4626864"/>
            <a:ext cx="3749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ECC/OOS; AP-IMS; eSIM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68680" y="5349240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" y="5440680"/>
            <a:ext cx="980236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Not “there was no support.” The question is whether the path can carry a scenario to technical closure.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Key events: feature-to-lifecycle control formation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Actual workshops/reviews that changed how PS work was defined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920240" cy="960120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5214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423160" y="1078992"/>
            <a:ext cx="4892040" cy="960120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15214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changed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0" y="1078992"/>
            <a:ext cx="4114800" cy="960120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15214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Lesson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39112"/>
            <a:ext cx="1920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1226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2023/12–2024/11 AP-IMS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2039112"/>
            <a:ext cx="48920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11226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Interface/API enablement became topic decisions; Q&amp;A fixed/ongoing/reopen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2039112"/>
            <a:ext cx="4114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11226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Training must connect to scenario, owner and closure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192024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7238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2024/9/24 PS workshop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23160" y="2999232"/>
            <a:ext cx="489204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07238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Interface docs, message flow, MAL placement, boundary, DRI and delivery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2999232"/>
            <a:ext cx="411480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307238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Feature needs execution contract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959352"/>
            <a:ext cx="19202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3250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2024–present Relay Metrics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23160" y="3959352"/>
            <a:ext cx="489204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403250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Living reference; new fields, support type and delivery phase continue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0" y="3959352"/>
            <a:ext cx="4114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403250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Living feature needs change-control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919472"/>
            <a:ext cx="192024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992624"/>
            <a:ext cx="18288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2024–2025 FLD / Exception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23160" y="4919472"/>
            <a:ext cx="489204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992624"/>
            <a:ext cx="4800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Scope lock, validation classes, technical/commercial boundary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4919472"/>
            <a:ext cx="4114800" cy="960120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4992624"/>
            <a:ext cx="402336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Enablement and verification before commitment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553212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Scale: 4-day PS Deep Dive; ~450 item-level metric follow-up; 1,200+ living catalogue (not additive).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Key events: execution, verification and post-MP long-tail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The gaps became visible at certification, device, release and field-support stages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2011680" cy="98755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52144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1078992"/>
            <a:ext cx="4800600" cy="98755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152144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Concrete evidence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0" y="1078992"/>
            <a:ext cx="4114800" cy="98755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152144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it exposed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66544"/>
            <a:ext cx="201168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MWI / ECC-OOS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2066544"/>
            <a:ext cx="48006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139696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Daily review, patch, retest, SU0/FRC gates; Call Performance less converged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2066544"/>
            <a:ext cx="41148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139696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Cadence does not guarantee convergence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201168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27248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eSIM extra-bytes / BWT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3054096"/>
            <a:ext cx="480060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127248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P0 partner-visible; 6/8 reproduced across sites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3054096"/>
            <a:ext cx="411480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3127248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Device/circuit/simulation readiness late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041648"/>
            <a:ext cx="201168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14800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SIM Lock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4041648"/>
            <a:ext cx="48006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4114800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GID1 read-back → AP retry → SIM/eSIM/IMS impact → patch/QPR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0" y="4041648"/>
            <a:ext cx="4114800" cy="98755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4114800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Pre-MP end-to-end failure review needed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5029200"/>
            <a:ext cx="201168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02352"/>
            <a:ext cx="192024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QPR / handoff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5029200"/>
            <a:ext cx="480060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5102352"/>
            <a:ext cx="47091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P26 workaround → successor fix; retirement remains linked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5029200"/>
            <a:ext cx="4114800" cy="98755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5102352"/>
            <a:ext cx="4023360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MP is transition, not lifecycle closure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553212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Long-tail = post-MP QPR + workaround retirement + next-program handoff + continuing support.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Lesson 1 — Feature Verification &amp; Enablement 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Implementation scope and DRI are not enough to define feature done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46304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89888"/>
            <a:ext cx="14081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 / scenario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65960" y="1234440"/>
            <a:ext cx="91440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93392" y="1389888"/>
            <a:ext cx="8595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ON/OFF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80360" y="1234440"/>
            <a:ext cx="109728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389888"/>
            <a:ext cx="10424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Ownership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77640" y="1234440"/>
            <a:ext cx="118872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05072" y="1389888"/>
            <a:ext cx="113385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Alcedo UT/RDIT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66360" y="1234440"/>
            <a:ext cx="109728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389888"/>
            <a:ext cx="10424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SV/FO rationale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114300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389888"/>
            <a:ext cx="10881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Zion device 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06640" y="1234440"/>
            <a:ext cx="109728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4072" y="1389888"/>
            <a:ext cx="104241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Acceptance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503920" y="1234440"/>
            <a:ext cx="114300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1389888"/>
            <a:ext cx="108813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Release/QPR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646920" y="1234440"/>
            <a:ext cx="1005840" cy="658368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1389888"/>
            <a:ext cx="95097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Closure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1892808"/>
            <a:ext cx="1463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2176272"/>
            <a:ext cx="13898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e.g. carrier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1892808"/>
            <a:ext cx="914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02536" y="2176272"/>
            <a:ext cx="84124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ON/OFF/cond.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80360" y="1892808"/>
            <a:ext cx="1097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16936" y="2176272"/>
            <a:ext cx="10241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Alcedo/Zion/joint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77640" y="1892808"/>
            <a:ext cx="1188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14216" y="2176272"/>
            <a:ext cx="111556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UT/RDIT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66360" y="1892808"/>
            <a:ext cx="1097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02936" y="2176272"/>
            <a:ext cx="10241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Required? reason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1892808"/>
            <a:ext cx="1143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2176272"/>
            <a:ext cx="106984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Device/AP/SIM/NET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06640" y="1892808"/>
            <a:ext cx="1097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2176272"/>
            <a:ext cx="10241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Pass + acceptor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503920" y="1892808"/>
            <a:ext cx="1143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0496" y="2176272"/>
            <a:ext cx="106984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P26/P27/QPR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646920" y="1892808"/>
            <a:ext cx="1005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83496" y="2176272"/>
            <a:ext cx="9326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Evidence + owner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1520" y="3703320"/>
            <a:ext cx="5029200" cy="1234440"/>
          </a:xfrm>
          <a:prstGeom prst="roundRect">
            <a:avLst>
              <a:gd name="adj" fmla="val 4444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3813048"/>
            <a:ext cx="47365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Internal gate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7824" y="4105656"/>
            <a:ext cx="473659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DRI completes matrix; SV/FO reviews SV-not-needed rationale; undefined verification blocks commitment or becomes accepted risk.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3703320"/>
            <a:ext cx="5029200" cy="1234440"/>
          </a:xfrm>
          <a:prstGeom prst="roundRect">
            <a:avLst>
              <a:gd name="adj" fmla="val 4444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3813048"/>
            <a:ext cx="47365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Joint gate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72784" y="4105656"/>
            <a:ext cx="473659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Alcedo + Zion confirm carrier/scenario, joint-development boundary, device IT and acceptance owner.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68680" y="5349240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EAF2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6696" y="5440680"/>
            <a:ext cx="98023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P26 lesson: interface delivered and customer feature validated were different states.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Lessons 2–3 — Two readiness gates before commitment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People/decision coverage and test/evidence readiness are separate prerequisites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200400" cy="2148840"/>
          </a:xfrm>
          <a:prstGeom prst="roundRect">
            <a:avLst>
              <a:gd name="adj" fmla="val 2553"/>
            </a:avLst>
          </a:prstGeom>
          <a:solidFill>
            <a:srgbClr val="EAF2F8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A — COVERAGE READY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1591056"/>
            <a:ext cx="2907792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Primary + backup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MUS daytime peer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HQ/domain owner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Convergence owner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Decision + escalation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13632" y="1993392"/>
            <a:ext cx="457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B27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26280" y="1188720"/>
            <a:ext cx="3200400" cy="2148840"/>
          </a:xfrm>
          <a:prstGeom prst="roundRect">
            <a:avLst>
              <a:gd name="adj" fmla="val 2553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B — EVIDENCE READY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72584" y="1591056"/>
            <a:ext cx="2907792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Device / AP / SIM / network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Logs / simulator / circuit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Scenario + pass criteria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Validation owner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Accepted risk if missing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91272" y="1993392"/>
            <a:ext cx="457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B27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503920" y="1188720"/>
            <a:ext cx="2788920" cy="2148840"/>
          </a:xfrm>
          <a:prstGeom prst="roundRect">
            <a:avLst>
              <a:gd name="adj" fmla="val 2553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50224" y="1298448"/>
            <a:ext cx="24963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COMMITMENT READY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50224" y="1591056"/>
            <a:ext cx="2496312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Feature / issue enters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implementation, certification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or release commitment.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977640"/>
            <a:ext cx="12344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P26 evidence: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3977640"/>
            <a:ext cx="9144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447"/>
                </a:solidFill>
              </a:rPr>
              <a:t>US-daytime peer gap; postponed rotation; eSIM device/circuit/environment gaps.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892040"/>
            <a:ext cx="9875520" cy="548640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983480"/>
            <a:ext cx="961948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Proposed measure: gate completed, or management-accepted risk recorded, before commitment.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Internal lessons learned / Alcedo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Preserve governance intent; redesign the operating path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017520" cy="786384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16152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Keep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520440" y="1143000"/>
            <a:ext cx="8183880" cy="786384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216152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Change the operating path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929384"/>
            <a:ext cx="3017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02536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Intentional partner-account firewall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0440" y="1929384"/>
            <a:ext cx="818388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02536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Scoped access + coordinator delegation + primary/backup routing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3017520" cy="786384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PS Lv1 accountability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20440" y="2715768"/>
            <a:ext cx="8183880" cy="786384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788920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PS Lv1 owns completeness; feature/module owners own technical work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502152"/>
            <a:ext cx="3017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75304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MUS US-time triage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3502152"/>
            <a:ext cx="818388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575304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Explicit MUS analysis boundary; HQ/RD fix and final ownership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288536"/>
            <a:ext cx="3017520" cy="786384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61688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Area/domain mapping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20440" y="4288536"/>
            <a:ext cx="8183880" cy="786384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4361688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Add decision authority, convergence owner, escalation trigger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5074920"/>
            <a:ext cx="3017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48072"/>
            <a:ext cx="292608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Long support horizon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20440" y="5074920"/>
            <a:ext cx="818388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5148072"/>
            <a:ext cx="80924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447"/>
                </a:solidFill>
              </a:rPr>
              <a:t>Carry-forward register with QPR, retirement and knowledge transfer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5504688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Internal only: detailed access side effects and seven-year planning remain outside External main material.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External lessons learned / joint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 shared feature and issue contract at the Alcedo–Zion interface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484632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Before commitment, align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5440680" y="1097280"/>
            <a:ext cx="6400800" cy="658368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170432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Why it matters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4846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Default ON/OFF + carrier/scenario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440680" y="1755648"/>
            <a:ext cx="6400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828800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Avoid different assumptions about what is active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94360" y="2414016"/>
            <a:ext cx="48463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87168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Alcedo self-contained vs joint development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40680" y="2414016"/>
            <a:ext cx="64008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487168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Avoid implementation/tuning gaps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94360" y="3072384"/>
            <a:ext cx="4846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45536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Alcedo validation vs Zion device IT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40680" y="3072384"/>
            <a:ext cx="6400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145536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Separate interface evidence from system acceptance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94360" y="3730752"/>
            <a:ext cx="48463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03904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Customer-time counterpart + backup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40680" y="3730752"/>
            <a:ext cx="64008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803904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Avoid a contact without decision path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94360" y="4389120"/>
            <a:ext cx="484632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62272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Device/log/test assets + acceptance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440680" y="4389120"/>
            <a:ext cx="6400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4462272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Avoid late discovery during P0/certification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94360" y="5047488"/>
            <a:ext cx="484632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QPR / next-program disposition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440680" y="5047488"/>
            <a:ext cx="6400800" cy="658368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5120640"/>
            <a:ext cx="6309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447"/>
                </a:solidFill>
              </a:rPr>
              <a:t>Keep living items owned after MP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60120" y="5486400"/>
            <a:ext cx="9784080" cy="45720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8136" y="5577840"/>
            <a:ext cx="952804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Workshop: shared evidence → joint improvement → Zion feedback / commitment → action items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P27/P28 proposed operating artifacts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Four proposals with defined problem, gate and adoption measure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68580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Priority</a:t>
            </a:r>
            <a:endParaRPr lang="en-US" sz="960" dirty="0"/>
          </a:p>
        </p:txBody>
      </p:sp>
      <p:sp>
        <p:nvSpPr>
          <p:cNvPr id="6" name="Shape 4"/>
          <p:cNvSpPr/>
          <p:nvPr/>
        </p:nvSpPr>
        <p:spPr>
          <a:xfrm>
            <a:off x="1143000" y="1097280"/>
            <a:ext cx="347472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170432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Artifact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374904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70432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Closes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8366760" y="1097280"/>
            <a:ext cx="361188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170432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Adoption measure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6858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83664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P1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1143000" y="1810512"/>
            <a:ext cx="3474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883664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Feature Verification &amp; Enablement Matrix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617720" y="1810512"/>
            <a:ext cx="3749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883664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Enablement / verification ambiguity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366760" y="1810512"/>
            <a:ext cx="36118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883664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Complete before feature commitment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57200" y="2523744"/>
            <a:ext cx="68580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96896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P2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1143000" y="2523744"/>
            <a:ext cx="347472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596896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Coverage &amp; Routing Matrix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617720" y="2523744"/>
            <a:ext cx="37490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96896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Technical-peer / decision gap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366760" y="2523744"/>
            <a:ext cx="361188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596896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Primary + backup before execution peak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57200" y="3236976"/>
            <a:ext cx="68580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310128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P3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1143000" y="3236976"/>
            <a:ext cx="3474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310128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Joint Verification Readiness Gate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4617720" y="3236976"/>
            <a:ext cx="3749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310128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Late test-asset discovery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8366760" y="3236976"/>
            <a:ext cx="36118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3310128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Gate complete or risk accepted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457200" y="3950208"/>
            <a:ext cx="68580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023360"/>
            <a:ext cx="59436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P4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1143000" y="3950208"/>
            <a:ext cx="347472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4023360"/>
            <a:ext cx="3383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Carry-forward / Long-tail Register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4617720" y="3950208"/>
            <a:ext cx="37490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023360"/>
            <a:ext cx="3657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QPR / workaround handoff loss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8366760" y="3950208"/>
            <a:ext cx="361188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4023360"/>
            <a:ext cx="3520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447"/>
                </a:solidFill>
              </a:rPr>
              <a:t>Owner + retirement status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822960" y="5394960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FFF1E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976" y="5486400"/>
            <a:ext cx="98023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</a:rPr>
              <a:t>Proposals for P27/P28 — not claims that these artifacts already exist or have been adopted.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Zion workshop decisions and action register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What should be aligned for P27/P28?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33172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78992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Decision / input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2697480" y="1005840"/>
            <a:ext cx="246888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078992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Zion input / choice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166360" y="1005840"/>
            <a:ext cx="192024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078992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Alcedo owner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086600" y="1005840"/>
            <a:ext cx="192024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078992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Zion owner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9006840" y="1005840"/>
            <a:ext cx="2606040" cy="713232"/>
          </a:xfrm>
          <a:prstGeom prst="rect">
            <a:avLst/>
          </a:prstGeom>
          <a:solidFill>
            <a:srgbClr val="17324D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1078992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Target / dependency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2331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792224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Adopt four-artifact model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697480" y="1719072"/>
            <a:ext cx="24688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792224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Accept / modify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166360" y="1719072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792224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PS Lv1 + PM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086600" y="1719072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792224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Zion PS lead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006840" y="1719072"/>
            <a:ext cx="2606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792224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P27/P28 planning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65760" y="2432304"/>
            <a:ext cx="233172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505456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Feature verification boundary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697480" y="2432304"/>
            <a:ext cx="246888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505456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Confirm device IT scope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66360" y="2432304"/>
            <a:ext cx="19202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505456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Feature DRI / SV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086600" y="2432304"/>
            <a:ext cx="19202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505456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Zion feature DRI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9006840" y="2432304"/>
            <a:ext cx="26060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2505456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Before commitment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365760" y="3145536"/>
            <a:ext cx="23317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218688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Customer-time counterpart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2697480" y="3145536"/>
            <a:ext cx="246888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3218688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Nominate primary / backup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166360" y="3145536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3218688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MUS / HQ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086600" y="3145536"/>
            <a:ext cx="19202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3218688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Zion US TL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9006840" y="3145536"/>
            <a:ext cx="2606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3218688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Before execution peak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365760" y="3858768"/>
            <a:ext cx="233172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931920"/>
            <a:ext cx="224028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Readiness gate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2697480" y="3858768"/>
            <a:ext cx="246888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3931920"/>
            <a:ext cx="23774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Agree participation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5166360" y="3858768"/>
            <a:ext cx="19202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3931920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Alcedo PM / DRI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7086600" y="3858768"/>
            <a:ext cx="19202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3931920"/>
            <a:ext cx="18288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Zion validation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9006840" y="3858768"/>
            <a:ext cx="2606040" cy="713232"/>
          </a:xfrm>
          <a:prstGeom prst="rect">
            <a:avLst/>
          </a:prstGeom>
          <a:solidFill>
            <a:srgbClr val="F0F5F9"/>
          </a:solidFill>
          <a:ln w="8890">
            <a:solidFill>
              <a:srgbClr val="D6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52560" y="3931920"/>
            <a:ext cx="251460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Before high-risk test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640080" y="493776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Fields to close in workshop: owner, target phase, capacity/dependency, open question.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14400" y="5394960"/>
            <a:ext cx="987552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2416" y="5486400"/>
            <a:ext cx="96194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Retain P26 forums; add explicit feature-to-lifecycle control in P27/P28.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MediaTek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TC50 P26 PS Post-Mortem</dc:title>
  <dc:subject>PptxGenJS Presentation</dc:subject>
  <dc:creator>Alcedo PS</dc:creator>
  <cp:lastModifiedBy>Alcedo PS</cp:lastModifiedBy>
  <cp:revision>1</cp:revision>
  <dcterms:created xsi:type="dcterms:W3CDTF">2026-10-05T01:53:44Z</dcterms:created>
  <dcterms:modified xsi:type="dcterms:W3CDTF">2026-10-05T01:53:44Z</dcterms:modified>
</cp:coreProperties>
</file>